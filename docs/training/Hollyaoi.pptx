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0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Holly-AOI-Training-guideline-RGB-light-pptx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Holly-AOI-Training-guideline-RGB-light-pptx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Holly-AOI-Training-guideline-RGB-light-pptx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Holly-AOI-Training-guideline-RGB-light-pptx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Holly-AOI-Training-guideline-RGB-light-pptx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Holly-AOI-Training-guideline-RGB-light-pptx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Holly-AOI-Training-guideline-RGB-light-pptx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Holly-AOI-Training-guideline-RGB-light-pptx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Holly-AOI-Training-guideline-RGB-light-pptx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Holly-AOI-Training-guideline-RGB-light-pptx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Holly-AOI-Training-guideline-RGB-light-pptx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Holly-AOI-Training-guideline-RGB-light-pptx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Holly-AOI-Training-guideline-RGB-light-pptx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Holly-AOI-Training-guideline-RGB-light-pptx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Holly-AOI-Training-guideline-RGB-light-pptx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Holly-AOI-Training-guideline-RGB-light-pptx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Holly-AOI-Training-guideline-RGB-light-pptx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Holly-AOI-Training-guideline-RGB-light-pptx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Holly-AOI-Training-guideline-RGB-light-pptx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Holly-AOI-Training-guideline-RGB-light-pptx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Holly-AOI-Training-guideline-RGB-light-pptx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Holly-AOI-Training-guideline-RGB-light-pptx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Holly-AOI-Training-guideline-RGB-light-pptx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Holly-AOI-Training-guideline-RGB-light-pptx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Holly-AOI-Training-guideline-RGB-light-pptx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Holly-AOI-Training-guideline-RGB-light-pptx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Holly-AOI-Training-guideline-RGB-light-pptx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Holly-AOI-Training-guideline-RGB-light-pptx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Holly-AOI-Training-guideline-RGB-light-pptx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Holly-AOI-Training-guideline-RGB-light-pptx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Holly-AOI-Training-guideline-RGB-light-pptx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Holly-AOI-Training-guideline-RGB-light-pptx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Holly-AOI-Training-guideline-RGB-light-pptx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Holly-AOI-Training-guideline-RGB-light-pptx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Holly-AOI-Training-guideline-RGB-light-pptx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Holly-AOI-Training-guideline-RGB-light-pptx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Holly-AOI-Training-guideline-RGB-light-pptx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Holly-AOI-Training-guideline-RGB-light-pptx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On-screen Show (4:3)</PresentationFormat>
  <Paragraphs>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1505 lystiger</cp:lastModifiedBy>
  <cp:revision>1</cp:revision>
  <dcterms:created xsi:type="dcterms:W3CDTF">2013-01-27T09:14:16Z</dcterms:created>
  <dcterms:modified xsi:type="dcterms:W3CDTF">2026-04-15T14:49:55Z</dcterms:modified>
  <cp:category/>
</cp:coreProperties>
</file>